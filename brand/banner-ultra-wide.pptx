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6897350" cy="4229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7F8"/>
    <a:srgbClr val="FFFFFF"/>
    <a:srgbClr val="021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27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fer Ratten" userId="4c86cfa0-86f2-482d-aeff-cd2f2f6b17cd" providerId="ADAL" clId="{B0F38A2C-E619-4E38-9A4C-033FC9AD55E6}"/>
    <pc:docChg chg="addSld modSld">
      <pc:chgData name="Jennifer Ratten" userId="4c86cfa0-86f2-482d-aeff-cd2f2f6b17cd" providerId="ADAL" clId="{B0F38A2C-E619-4E38-9A4C-033FC9AD55E6}" dt="2026-09-07T19:18:01.343" v="2" actId="2890"/>
      <pc:docMkLst>
        <pc:docMk/>
      </pc:docMkLst>
      <pc:sldChg chg="modSp add mod">
        <pc:chgData name="Jennifer Ratten" userId="4c86cfa0-86f2-482d-aeff-cd2f2f6b17cd" providerId="ADAL" clId="{B0F38A2C-E619-4E38-9A4C-033FC9AD55E6}" dt="2026-09-03T23:01:51.012" v="1" actId="1076"/>
        <pc:sldMkLst>
          <pc:docMk/>
          <pc:sldMk cId="1662209197" sldId="257"/>
        </pc:sldMkLst>
        <pc:picChg chg="mod">
          <ac:chgData name="Jennifer Ratten" userId="4c86cfa0-86f2-482d-aeff-cd2f2f6b17cd" providerId="ADAL" clId="{B0F38A2C-E619-4E38-9A4C-033FC9AD55E6}" dt="2026-09-03T23:01:51.012" v="1" actId="1076"/>
          <ac:picMkLst>
            <pc:docMk/>
            <pc:sldMk cId="1662209197" sldId="257"/>
            <ac:picMk id="17" creationId="{F5828FC5-6DE9-68F9-C2E6-5D69C9824E5C}"/>
          </ac:picMkLst>
        </pc:picChg>
      </pc:sldChg>
      <pc:sldChg chg="add">
        <pc:chgData name="Jennifer Ratten" userId="4c86cfa0-86f2-482d-aeff-cd2f2f6b17cd" providerId="ADAL" clId="{B0F38A2C-E619-4E38-9A4C-033FC9AD55E6}" dt="2026-09-07T19:18:01.343" v="2" actId="2890"/>
        <pc:sldMkLst>
          <pc:docMk/>
          <pc:sldMk cId="2854797963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2169" y="692124"/>
            <a:ext cx="12673013" cy="1472353"/>
          </a:xfrm>
        </p:spPr>
        <p:txBody>
          <a:bodyPr anchor="b"/>
          <a:lstStyle>
            <a:lvl1pPr algn="ctr">
              <a:defRPr sz="3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2169" y="2221257"/>
            <a:ext cx="12673013" cy="1021053"/>
          </a:xfrm>
        </p:spPr>
        <p:txBody>
          <a:bodyPr/>
          <a:lstStyle>
            <a:lvl1pPr marL="0" indent="0" algn="ctr">
              <a:buNone/>
              <a:defRPr sz="1480"/>
            </a:lvl1pPr>
            <a:lvl2pPr marL="281955" indent="0" algn="ctr">
              <a:buNone/>
              <a:defRPr sz="1233"/>
            </a:lvl2pPr>
            <a:lvl3pPr marL="563910" indent="0" algn="ctr">
              <a:buNone/>
              <a:defRPr sz="1110"/>
            </a:lvl3pPr>
            <a:lvl4pPr marL="845866" indent="0" algn="ctr">
              <a:buNone/>
              <a:defRPr sz="987"/>
            </a:lvl4pPr>
            <a:lvl5pPr marL="1127821" indent="0" algn="ctr">
              <a:buNone/>
              <a:defRPr sz="987"/>
            </a:lvl5pPr>
            <a:lvl6pPr marL="1409776" indent="0" algn="ctr">
              <a:buNone/>
              <a:defRPr sz="987"/>
            </a:lvl6pPr>
            <a:lvl7pPr marL="1691731" indent="0" algn="ctr">
              <a:buNone/>
              <a:defRPr sz="987"/>
            </a:lvl7pPr>
            <a:lvl8pPr marL="1973687" indent="0" algn="ctr">
              <a:buNone/>
              <a:defRPr sz="987"/>
            </a:lvl8pPr>
            <a:lvl9pPr marL="2255642" indent="0" algn="ctr">
              <a:buNone/>
              <a:defRPr sz="9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0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49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892" y="1054339"/>
            <a:ext cx="14573964" cy="1759188"/>
          </a:xfrm>
        </p:spPr>
        <p:txBody>
          <a:bodyPr anchor="b"/>
          <a:lstStyle>
            <a:lvl1pPr>
              <a:defRPr sz="3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2892" y="2830169"/>
            <a:ext cx="14573964" cy="925115"/>
          </a:xfrm>
        </p:spPr>
        <p:txBody>
          <a:bodyPr/>
          <a:lstStyle>
            <a:lvl1pPr marL="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1pPr>
            <a:lvl2pPr marL="281955" indent="0">
              <a:buNone/>
              <a:defRPr sz="1233">
                <a:solidFill>
                  <a:schemeClr val="tx1">
                    <a:tint val="82000"/>
                  </a:schemeClr>
                </a:solidFill>
              </a:defRPr>
            </a:lvl2pPr>
            <a:lvl3pPr marL="563910" indent="0">
              <a:buNone/>
              <a:defRPr sz="1110">
                <a:solidFill>
                  <a:schemeClr val="tx1">
                    <a:tint val="82000"/>
                  </a:schemeClr>
                </a:solidFill>
              </a:defRPr>
            </a:lvl3pPr>
            <a:lvl4pPr marL="845866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4pPr>
            <a:lvl5pPr marL="1127821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5pPr>
            <a:lvl6pPr marL="1409776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6pPr>
            <a:lvl7pPr marL="1691731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7pPr>
            <a:lvl8pPr marL="1973687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8pPr>
            <a:lvl9pPr marL="2255642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8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61693" y="1125802"/>
            <a:ext cx="7181374" cy="268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54283" y="1125802"/>
            <a:ext cx="7181374" cy="268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0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894" y="225160"/>
            <a:ext cx="14573964" cy="8174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3895" y="1036717"/>
            <a:ext cx="7148370" cy="508079"/>
          </a:xfrm>
        </p:spPr>
        <p:txBody>
          <a:bodyPr anchor="b"/>
          <a:lstStyle>
            <a:lvl1pPr marL="0" indent="0">
              <a:buNone/>
              <a:defRPr sz="1480" b="1"/>
            </a:lvl1pPr>
            <a:lvl2pPr marL="281955" indent="0">
              <a:buNone/>
              <a:defRPr sz="1233" b="1"/>
            </a:lvl2pPr>
            <a:lvl3pPr marL="563910" indent="0">
              <a:buNone/>
              <a:defRPr sz="1110" b="1"/>
            </a:lvl3pPr>
            <a:lvl4pPr marL="845866" indent="0">
              <a:buNone/>
              <a:defRPr sz="987" b="1"/>
            </a:lvl4pPr>
            <a:lvl5pPr marL="1127821" indent="0">
              <a:buNone/>
              <a:defRPr sz="987" b="1"/>
            </a:lvl5pPr>
            <a:lvl6pPr marL="1409776" indent="0">
              <a:buNone/>
              <a:defRPr sz="987" b="1"/>
            </a:lvl6pPr>
            <a:lvl7pPr marL="1691731" indent="0">
              <a:buNone/>
              <a:defRPr sz="987" b="1"/>
            </a:lvl7pPr>
            <a:lvl8pPr marL="1973687" indent="0">
              <a:buNone/>
              <a:defRPr sz="987" b="1"/>
            </a:lvl8pPr>
            <a:lvl9pPr marL="2255642" indent="0">
              <a:buNone/>
              <a:defRPr sz="9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3895" y="1544796"/>
            <a:ext cx="7148370" cy="2272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54283" y="1036717"/>
            <a:ext cx="7183575" cy="508079"/>
          </a:xfrm>
        </p:spPr>
        <p:txBody>
          <a:bodyPr anchor="b"/>
          <a:lstStyle>
            <a:lvl1pPr marL="0" indent="0">
              <a:buNone/>
              <a:defRPr sz="1480" b="1"/>
            </a:lvl1pPr>
            <a:lvl2pPr marL="281955" indent="0">
              <a:buNone/>
              <a:defRPr sz="1233" b="1"/>
            </a:lvl2pPr>
            <a:lvl3pPr marL="563910" indent="0">
              <a:buNone/>
              <a:defRPr sz="1110" b="1"/>
            </a:lvl3pPr>
            <a:lvl4pPr marL="845866" indent="0">
              <a:buNone/>
              <a:defRPr sz="987" b="1"/>
            </a:lvl4pPr>
            <a:lvl5pPr marL="1127821" indent="0">
              <a:buNone/>
              <a:defRPr sz="987" b="1"/>
            </a:lvl5pPr>
            <a:lvl6pPr marL="1409776" indent="0">
              <a:buNone/>
              <a:defRPr sz="987" b="1"/>
            </a:lvl6pPr>
            <a:lvl7pPr marL="1691731" indent="0">
              <a:buNone/>
              <a:defRPr sz="987" b="1"/>
            </a:lvl7pPr>
            <a:lvl8pPr marL="1973687" indent="0">
              <a:buNone/>
              <a:defRPr sz="987" b="1"/>
            </a:lvl8pPr>
            <a:lvl9pPr marL="2255642" indent="0">
              <a:buNone/>
              <a:defRPr sz="9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554283" y="1544796"/>
            <a:ext cx="7183575" cy="2272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0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5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3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894" y="281940"/>
            <a:ext cx="5449835" cy="986790"/>
          </a:xfrm>
        </p:spPr>
        <p:txBody>
          <a:bodyPr anchor="b"/>
          <a:lstStyle>
            <a:lvl1pPr>
              <a:defRPr sz="19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3575" y="608912"/>
            <a:ext cx="8554283" cy="3005402"/>
          </a:xfrm>
        </p:spPr>
        <p:txBody>
          <a:bodyPr/>
          <a:lstStyle>
            <a:lvl1pPr>
              <a:defRPr sz="1973"/>
            </a:lvl1pPr>
            <a:lvl2pPr>
              <a:defRPr sz="1727"/>
            </a:lvl2pPr>
            <a:lvl3pPr>
              <a:defRPr sz="1480"/>
            </a:lvl3pPr>
            <a:lvl4pPr>
              <a:defRPr sz="1233"/>
            </a:lvl4pPr>
            <a:lvl5pPr>
              <a:defRPr sz="1233"/>
            </a:lvl5pPr>
            <a:lvl6pPr>
              <a:defRPr sz="1233"/>
            </a:lvl6pPr>
            <a:lvl7pPr>
              <a:defRPr sz="1233"/>
            </a:lvl7pPr>
            <a:lvl8pPr>
              <a:defRPr sz="1233"/>
            </a:lvl8pPr>
            <a:lvl9pPr>
              <a:defRPr sz="12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3894" y="1268730"/>
            <a:ext cx="5449835" cy="2350479"/>
          </a:xfrm>
        </p:spPr>
        <p:txBody>
          <a:bodyPr/>
          <a:lstStyle>
            <a:lvl1pPr marL="0" indent="0">
              <a:buNone/>
              <a:defRPr sz="987"/>
            </a:lvl1pPr>
            <a:lvl2pPr marL="281955" indent="0">
              <a:buNone/>
              <a:defRPr sz="863"/>
            </a:lvl2pPr>
            <a:lvl3pPr marL="563910" indent="0">
              <a:buNone/>
              <a:defRPr sz="740"/>
            </a:lvl3pPr>
            <a:lvl4pPr marL="845866" indent="0">
              <a:buNone/>
              <a:defRPr sz="617"/>
            </a:lvl4pPr>
            <a:lvl5pPr marL="1127821" indent="0">
              <a:buNone/>
              <a:defRPr sz="617"/>
            </a:lvl5pPr>
            <a:lvl6pPr marL="1409776" indent="0">
              <a:buNone/>
              <a:defRPr sz="617"/>
            </a:lvl6pPr>
            <a:lvl7pPr marL="1691731" indent="0">
              <a:buNone/>
              <a:defRPr sz="617"/>
            </a:lvl7pPr>
            <a:lvl8pPr marL="1973687" indent="0">
              <a:buNone/>
              <a:defRPr sz="617"/>
            </a:lvl8pPr>
            <a:lvl9pPr marL="2255642" indent="0">
              <a:buNone/>
              <a:defRPr sz="6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4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894" y="281940"/>
            <a:ext cx="5449835" cy="986790"/>
          </a:xfrm>
        </p:spPr>
        <p:txBody>
          <a:bodyPr anchor="b"/>
          <a:lstStyle>
            <a:lvl1pPr>
              <a:defRPr sz="19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83575" y="608912"/>
            <a:ext cx="8554283" cy="3005402"/>
          </a:xfrm>
        </p:spPr>
        <p:txBody>
          <a:bodyPr anchor="t"/>
          <a:lstStyle>
            <a:lvl1pPr marL="0" indent="0">
              <a:buNone/>
              <a:defRPr sz="1973"/>
            </a:lvl1pPr>
            <a:lvl2pPr marL="281955" indent="0">
              <a:buNone/>
              <a:defRPr sz="1727"/>
            </a:lvl2pPr>
            <a:lvl3pPr marL="563910" indent="0">
              <a:buNone/>
              <a:defRPr sz="1480"/>
            </a:lvl3pPr>
            <a:lvl4pPr marL="845866" indent="0">
              <a:buNone/>
              <a:defRPr sz="1233"/>
            </a:lvl4pPr>
            <a:lvl5pPr marL="1127821" indent="0">
              <a:buNone/>
              <a:defRPr sz="1233"/>
            </a:lvl5pPr>
            <a:lvl6pPr marL="1409776" indent="0">
              <a:buNone/>
              <a:defRPr sz="1233"/>
            </a:lvl6pPr>
            <a:lvl7pPr marL="1691731" indent="0">
              <a:buNone/>
              <a:defRPr sz="1233"/>
            </a:lvl7pPr>
            <a:lvl8pPr marL="1973687" indent="0">
              <a:buNone/>
              <a:defRPr sz="1233"/>
            </a:lvl8pPr>
            <a:lvl9pPr marL="2255642" indent="0">
              <a:buNone/>
              <a:defRPr sz="12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3894" y="1268730"/>
            <a:ext cx="5449835" cy="2350479"/>
          </a:xfrm>
        </p:spPr>
        <p:txBody>
          <a:bodyPr/>
          <a:lstStyle>
            <a:lvl1pPr marL="0" indent="0">
              <a:buNone/>
              <a:defRPr sz="987"/>
            </a:lvl1pPr>
            <a:lvl2pPr marL="281955" indent="0">
              <a:buNone/>
              <a:defRPr sz="863"/>
            </a:lvl2pPr>
            <a:lvl3pPr marL="563910" indent="0">
              <a:buNone/>
              <a:defRPr sz="740"/>
            </a:lvl3pPr>
            <a:lvl4pPr marL="845866" indent="0">
              <a:buNone/>
              <a:defRPr sz="617"/>
            </a:lvl4pPr>
            <a:lvl5pPr marL="1127821" indent="0">
              <a:buNone/>
              <a:defRPr sz="617"/>
            </a:lvl5pPr>
            <a:lvl6pPr marL="1409776" indent="0">
              <a:buNone/>
              <a:defRPr sz="617"/>
            </a:lvl6pPr>
            <a:lvl7pPr marL="1691731" indent="0">
              <a:buNone/>
              <a:defRPr sz="617"/>
            </a:lvl7pPr>
            <a:lvl8pPr marL="1973687" indent="0">
              <a:buNone/>
              <a:defRPr sz="617"/>
            </a:lvl8pPr>
            <a:lvl9pPr marL="2255642" indent="0">
              <a:buNone/>
              <a:defRPr sz="6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2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3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092166" y="225160"/>
            <a:ext cx="3643491" cy="35839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61693" y="225160"/>
            <a:ext cx="10719256" cy="35839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26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61693" y="225160"/>
            <a:ext cx="14573964" cy="817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1693" y="1125802"/>
            <a:ext cx="14573964" cy="2683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1693" y="3919750"/>
            <a:ext cx="3801904" cy="225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ADEC6-287B-4B97-9D67-492ACEDBEF1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7247" y="3919750"/>
            <a:ext cx="5702856" cy="225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33753" y="3919750"/>
            <a:ext cx="3801904" cy="225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8D608-5956-46CF-BD99-067FD993A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1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63910" rtl="0" eaLnBrk="1" latinLnBrk="0" hangingPunct="1">
        <a:lnSpc>
          <a:spcPct val="90000"/>
        </a:lnSpc>
        <a:spcBef>
          <a:spcPct val="0"/>
        </a:spcBef>
        <a:buNone/>
        <a:defRPr sz="2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978" indent="-140978" algn="l" defTabSz="563910" rtl="0" eaLnBrk="1" latinLnBrk="0" hangingPunct="1">
        <a:lnSpc>
          <a:spcPct val="90000"/>
        </a:lnSpc>
        <a:spcBef>
          <a:spcPts val="617"/>
        </a:spcBef>
        <a:buFont typeface="Arial" panose="020B0604020202020204" pitchFamily="34" charset="0"/>
        <a:buChar char="•"/>
        <a:defRPr sz="1727" kern="1200">
          <a:solidFill>
            <a:schemeClr val="tx1"/>
          </a:solidFill>
          <a:latin typeface="+mn-lt"/>
          <a:ea typeface="+mn-ea"/>
          <a:cs typeface="+mn-cs"/>
        </a:defRPr>
      </a:lvl1pPr>
      <a:lvl2pPr marL="422933" indent="-140978" algn="l" defTabSz="563910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480" kern="1200">
          <a:solidFill>
            <a:schemeClr val="tx1"/>
          </a:solidFill>
          <a:latin typeface="+mn-lt"/>
          <a:ea typeface="+mn-ea"/>
          <a:cs typeface="+mn-cs"/>
        </a:defRPr>
      </a:lvl2pPr>
      <a:lvl3pPr marL="704888" indent="-140978" algn="l" defTabSz="563910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3pPr>
      <a:lvl4pPr marL="986843" indent="-140978" algn="l" defTabSz="563910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4pPr>
      <a:lvl5pPr marL="1268799" indent="-140978" algn="l" defTabSz="563910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5pPr>
      <a:lvl6pPr marL="1550754" indent="-140978" algn="l" defTabSz="563910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6pPr>
      <a:lvl7pPr marL="1832709" indent="-140978" algn="l" defTabSz="563910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7pPr>
      <a:lvl8pPr marL="2114664" indent="-140978" algn="l" defTabSz="563910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8pPr>
      <a:lvl9pPr marL="2396620" indent="-140978" algn="l" defTabSz="563910" rtl="0" eaLnBrk="1" latinLnBrk="0" hangingPunct="1">
        <a:lnSpc>
          <a:spcPct val="90000"/>
        </a:lnSpc>
        <a:spcBef>
          <a:spcPts val="308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1pPr>
      <a:lvl2pPr marL="281955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2pPr>
      <a:lvl3pPr marL="563910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3pPr>
      <a:lvl4pPr marL="845866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4pPr>
      <a:lvl5pPr marL="1127821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5pPr>
      <a:lvl6pPr marL="1409776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6pPr>
      <a:lvl7pPr marL="1691731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7pPr>
      <a:lvl8pPr marL="1973687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8pPr>
      <a:lvl9pPr marL="2255642" algn="l" defTabSz="563910" rtl="0" eaLnBrk="1" latinLnBrk="0" hangingPunct="1">
        <a:defRPr sz="11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18F09A0-A168-1609-6F1A-BBB46ACB6362}"/>
              </a:ext>
            </a:extLst>
          </p:cNvPr>
          <p:cNvSpPr/>
          <p:nvPr/>
        </p:nvSpPr>
        <p:spPr>
          <a:xfrm>
            <a:off x="0" y="-1"/>
            <a:ext cx="16897350" cy="4212629"/>
          </a:xfrm>
          <a:prstGeom prst="rect">
            <a:avLst/>
          </a:prstGeom>
          <a:solidFill>
            <a:srgbClr val="F8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9F0F02-9644-7A1F-4DB5-5A9F87DA3963}"/>
              </a:ext>
            </a:extLst>
          </p:cNvPr>
          <p:cNvSpPr/>
          <p:nvPr/>
        </p:nvSpPr>
        <p:spPr>
          <a:xfrm>
            <a:off x="0" y="3631321"/>
            <a:ext cx="16897349" cy="581308"/>
          </a:xfrm>
          <a:prstGeom prst="rect">
            <a:avLst/>
          </a:prstGeom>
          <a:solidFill>
            <a:srgbClr val="0219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5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18A69-29D0-FAFC-AFD2-F9F8DD3B5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>
            <a:off x="1" y="2463490"/>
            <a:ext cx="5320768" cy="13091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52ABEA-7F4B-076F-AD80-458B9ADC6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 flipH="1">
            <a:off x="5320769" y="2463490"/>
            <a:ext cx="5320768" cy="13091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6B7D38-F6ED-694B-F2A2-063B48C81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>
            <a:off x="10641536" y="2463490"/>
            <a:ext cx="5320768" cy="13091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39AB83-4D28-E561-EF21-0B036BD2F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" t="93360" r="386" b="2125"/>
          <a:stretch>
            <a:fillRect/>
          </a:stretch>
        </p:blipFill>
        <p:spPr>
          <a:xfrm>
            <a:off x="211216" y="3772594"/>
            <a:ext cx="16439715" cy="2992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D54C15-037A-5CB0-FA20-C9F5775B7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" t="1016" r="46140" b="34598"/>
          <a:stretch>
            <a:fillRect/>
          </a:stretch>
        </p:blipFill>
        <p:spPr>
          <a:xfrm>
            <a:off x="6562847" y="334795"/>
            <a:ext cx="3771655" cy="19878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24C6E1-1213-86C5-B480-E161FF288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26" t="71092"/>
          <a:stretch>
            <a:fillRect/>
          </a:stretch>
        </p:blipFill>
        <p:spPr>
          <a:xfrm flipH="1">
            <a:off x="15962303" y="2463490"/>
            <a:ext cx="935046" cy="130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9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F1D3-E282-0227-63F4-AA6F8211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9175BA5-2252-E822-06BB-20D15BEFA53C}"/>
              </a:ext>
            </a:extLst>
          </p:cNvPr>
          <p:cNvSpPr/>
          <p:nvPr/>
        </p:nvSpPr>
        <p:spPr>
          <a:xfrm>
            <a:off x="0" y="-1"/>
            <a:ext cx="16897350" cy="4212629"/>
          </a:xfrm>
          <a:prstGeom prst="rect">
            <a:avLst/>
          </a:prstGeom>
          <a:solidFill>
            <a:srgbClr val="F8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312E44-637D-0E6B-89C6-3E8B788505B7}"/>
              </a:ext>
            </a:extLst>
          </p:cNvPr>
          <p:cNvSpPr/>
          <p:nvPr/>
        </p:nvSpPr>
        <p:spPr>
          <a:xfrm>
            <a:off x="0" y="3631321"/>
            <a:ext cx="16897349" cy="581308"/>
          </a:xfrm>
          <a:prstGeom prst="rect">
            <a:avLst/>
          </a:prstGeom>
          <a:solidFill>
            <a:srgbClr val="0219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5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8569A-29CE-8460-B93E-62F5EA58A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>
            <a:off x="1" y="2463490"/>
            <a:ext cx="5320768" cy="13091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8932DB-53D5-5D47-66C9-D9B2956D9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 flipH="1">
            <a:off x="5320769" y="2463490"/>
            <a:ext cx="5320768" cy="13091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84D08C-E6EB-8266-E985-1E48BAD3F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>
            <a:off x="10641536" y="2463490"/>
            <a:ext cx="5320768" cy="13091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7CD02B-72F2-FB91-D292-6F40EAC23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" t="93360" r="386" b="2125"/>
          <a:stretch>
            <a:fillRect/>
          </a:stretch>
        </p:blipFill>
        <p:spPr>
          <a:xfrm>
            <a:off x="211216" y="3772594"/>
            <a:ext cx="16439715" cy="2992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828FC5-6DE9-68F9-C2E6-5D69C9824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" t="1016" r="46140" b="34598"/>
          <a:stretch>
            <a:fillRect/>
          </a:stretch>
        </p:blipFill>
        <p:spPr>
          <a:xfrm>
            <a:off x="1152647" y="334795"/>
            <a:ext cx="3771655" cy="19878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C46F5B-5595-E2EA-5783-2A0E9FB81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26" t="71092"/>
          <a:stretch>
            <a:fillRect/>
          </a:stretch>
        </p:blipFill>
        <p:spPr>
          <a:xfrm flipH="1">
            <a:off x="15962303" y="2463490"/>
            <a:ext cx="935046" cy="130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0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D025-62DB-6395-DC34-F912EA9A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ED201A8-8C32-012B-D97C-8BE658D81553}"/>
              </a:ext>
            </a:extLst>
          </p:cNvPr>
          <p:cNvSpPr/>
          <p:nvPr/>
        </p:nvSpPr>
        <p:spPr>
          <a:xfrm>
            <a:off x="0" y="-1"/>
            <a:ext cx="16897350" cy="4212629"/>
          </a:xfrm>
          <a:prstGeom prst="rect">
            <a:avLst/>
          </a:prstGeom>
          <a:solidFill>
            <a:srgbClr val="F8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724205-1F21-F781-AF25-E78A72DD43EE}"/>
              </a:ext>
            </a:extLst>
          </p:cNvPr>
          <p:cNvSpPr/>
          <p:nvPr/>
        </p:nvSpPr>
        <p:spPr>
          <a:xfrm>
            <a:off x="0" y="3631321"/>
            <a:ext cx="16897349" cy="581308"/>
          </a:xfrm>
          <a:prstGeom prst="rect">
            <a:avLst/>
          </a:prstGeom>
          <a:solidFill>
            <a:srgbClr val="0219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5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7AE09-61D0-E4DD-A8A5-2DB131438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>
            <a:off x="1" y="2463490"/>
            <a:ext cx="5320768" cy="13091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23E0E5-994A-635E-0890-8B118A37D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 flipH="1">
            <a:off x="5320769" y="2463490"/>
            <a:ext cx="5320768" cy="13091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88FD9E-EAC9-9B98-A126-F08D428FE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>
            <a:off x="10641536" y="2463490"/>
            <a:ext cx="5320768" cy="13091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47EB1D-0064-AF57-285A-DFEE3588A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" t="93360" r="386" b="2125"/>
          <a:stretch>
            <a:fillRect/>
          </a:stretch>
        </p:blipFill>
        <p:spPr>
          <a:xfrm>
            <a:off x="211216" y="3772594"/>
            <a:ext cx="16439715" cy="2992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1E4206-C4D4-FA69-539E-687B097AF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" t="1016" r="46140" b="34598"/>
          <a:stretch>
            <a:fillRect/>
          </a:stretch>
        </p:blipFill>
        <p:spPr>
          <a:xfrm>
            <a:off x="1152647" y="334795"/>
            <a:ext cx="3771655" cy="19878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CBE1350-C7EC-362B-2E8D-734A7A647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26" t="71092"/>
          <a:stretch>
            <a:fillRect/>
          </a:stretch>
        </p:blipFill>
        <p:spPr>
          <a:xfrm flipH="1">
            <a:off x="15962303" y="2463490"/>
            <a:ext cx="935046" cy="130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9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e887d50-8227-451a-aa82-01efe35babb5}" enabled="1" method="Standard" siteId="{e6f978e1-75d4-4db0-904e-5b79fb77857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Ratten</dc:creator>
  <cp:lastModifiedBy>Jennifer Ratten</cp:lastModifiedBy>
  <cp:revision>1</cp:revision>
  <dcterms:created xsi:type="dcterms:W3CDTF">2026-09-03T22:00:26Z</dcterms:created>
  <dcterms:modified xsi:type="dcterms:W3CDTF">2026-09-07T19:18:10Z</dcterms:modified>
</cp:coreProperties>
</file>