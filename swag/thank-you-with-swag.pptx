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</p:sldIdLst>
  <p:sldSz cx="50292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AD7E"/>
    <a:srgbClr val="F2F2EF"/>
    <a:srgbClr val="50D3AC"/>
    <a:srgbClr val="65C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18" d="100"/>
          <a:sy n="218" d="100"/>
        </p:scale>
        <p:origin x="6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Ratten" userId="4c86cfa0-86f2-482d-aeff-cd2f2f6b17cd" providerId="ADAL" clId="{B0F38A2C-E619-4E38-9A4C-033FC9AD55E6}"/>
    <pc:docChg chg="undo custSel addSld delSld modSld modMainMaster">
      <pc:chgData name="Jennifer Ratten" userId="4c86cfa0-86f2-482d-aeff-cd2f2f6b17cd" providerId="ADAL" clId="{B0F38A2C-E619-4E38-9A4C-033FC9AD55E6}" dt="2026-10-08T06:53:44.759" v="256" actId="478"/>
      <pc:docMkLst>
        <pc:docMk/>
      </pc:docMkLst>
      <pc:sldChg chg="addSp delSp modSp add mod setBg">
        <pc:chgData name="Jennifer Ratten" userId="4c86cfa0-86f2-482d-aeff-cd2f2f6b17cd" providerId="ADAL" clId="{B0F38A2C-E619-4E38-9A4C-033FC9AD55E6}" dt="2026-10-08T06:53:44.759" v="256" actId="478"/>
        <pc:sldMkLst>
          <pc:docMk/>
          <pc:sldMk cId="2971303323" sldId="256"/>
        </pc:sldMkLst>
        <pc:spChg chg="add mod">
          <ac:chgData name="Jennifer Ratten" userId="4c86cfa0-86f2-482d-aeff-cd2f2f6b17cd" providerId="ADAL" clId="{B0F38A2C-E619-4E38-9A4C-033FC9AD55E6}" dt="2026-09-26T17:45:31.472" v="242" actId="1076"/>
          <ac:spMkLst>
            <pc:docMk/>
            <pc:sldMk cId="2971303323" sldId="256"/>
            <ac:spMk id="3" creationId="{45768066-3C15-10FB-9370-D3CF1C4832E4}"/>
          </ac:spMkLst>
        </pc:spChg>
        <pc:spChg chg="mod">
          <ac:chgData name="Jennifer Ratten" userId="4c86cfa0-86f2-482d-aeff-cd2f2f6b17cd" providerId="ADAL" clId="{B0F38A2C-E619-4E38-9A4C-033FC9AD55E6}" dt="2026-09-26T17:43:12.464" v="213" actId="1076"/>
          <ac:spMkLst>
            <pc:docMk/>
            <pc:sldMk cId="2971303323" sldId="256"/>
            <ac:spMk id="34" creationId="{E208378A-7113-69CA-BE1B-40B785BC845E}"/>
          </ac:spMkLst>
        </pc:spChg>
        <pc:spChg chg="mod">
          <ac:chgData name="Jennifer Ratten" userId="4c86cfa0-86f2-482d-aeff-cd2f2f6b17cd" providerId="ADAL" clId="{B0F38A2C-E619-4E38-9A4C-033FC9AD55E6}" dt="2026-09-26T17:42:06.433" v="203" actId="1076"/>
          <ac:spMkLst>
            <pc:docMk/>
            <pc:sldMk cId="2971303323" sldId="256"/>
            <ac:spMk id="37" creationId="{31576EC3-B54D-277C-BAB8-CDF250FAE3E6}"/>
          </ac:spMkLst>
        </pc:spChg>
        <pc:spChg chg="mod">
          <ac:chgData name="Jennifer Ratten" userId="4c86cfa0-86f2-482d-aeff-cd2f2f6b17cd" providerId="ADAL" clId="{B0F38A2C-E619-4E38-9A4C-033FC9AD55E6}" dt="2026-09-26T17:42:06.433" v="203" actId="1076"/>
          <ac:spMkLst>
            <pc:docMk/>
            <pc:sldMk cId="2971303323" sldId="256"/>
            <ac:spMk id="40" creationId="{E17D85DC-D1D6-5C17-621D-65CB2F514A04}"/>
          </ac:spMkLst>
        </pc:spChg>
        <pc:spChg chg="mod">
          <ac:chgData name="Jennifer Ratten" userId="4c86cfa0-86f2-482d-aeff-cd2f2f6b17cd" providerId="ADAL" clId="{B0F38A2C-E619-4E38-9A4C-033FC9AD55E6}" dt="2026-09-26T17:46:54.678" v="254" actId="208"/>
          <ac:spMkLst>
            <pc:docMk/>
            <pc:sldMk cId="2971303323" sldId="256"/>
            <ac:spMk id="44" creationId="{77F9F04C-3D92-0E3E-5C91-70420C6BB5E2}"/>
          </ac:spMkLst>
        </pc:spChg>
        <pc:spChg chg="mod">
          <ac:chgData name="Jennifer Ratten" userId="4c86cfa0-86f2-482d-aeff-cd2f2f6b17cd" providerId="ADAL" clId="{B0F38A2C-E619-4E38-9A4C-033FC9AD55E6}" dt="2026-09-26T17:38:36.598" v="137" actId="1076"/>
          <ac:spMkLst>
            <pc:docMk/>
            <pc:sldMk cId="2971303323" sldId="256"/>
            <ac:spMk id="51" creationId="{F57A070D-E568-28B5-515C-6CB643364E51}"/>
          </ac:spMkLst>
        </pc:spChg>
        <pc:spChg chg="mod">
          <ac:chgData name="Jennifer Ratten" userId="4c86cfa0-86f2-482d-aeff-cd2f2f6b17cd" providerId="ADAL" clId="{B0F38A2C-E619-4E38-9A4C-033FC9AD55E6}" dt="2026-09-26T17:38:50.156" v="139" actId="14100"/>
          <ac:spMkLst>
            <pc:docMk/>
            <pc:sldMk cId="2971303323" sldId="256"/>
            <ac:spMk id="62" creationId="{FC4FBA46-ECBA-66F6-74EB-5FC902C81E0C}"/>
          </ac:spMkLst>
        </pc:spChg>
        <pc:spChg chg="mod">
          <ac:chgData name="Jennifer Ratten" userId="4c86cfa0-86f2-482d-aeff-cd2f2f6b17cd" providerId="ADAL" clId="{B0F38A2C-E619-4E38-9A4C-033FC9AD55E6}" dt="2026-09-26T17:42:06.433" v="203" actId="1076"/>
          <ac:spMkLst>
            <pc:docMk/>
            <pc:sldMk cId="2971303323" sldId="256"/>
            <ac:spMk id="64" creationId="{50B0ABCA-42B0-40CC-703D-5CC4480A6F97}"/>
          </ac:spMkLst>
        </pc:spChg>
        <pc:grpChg chg="mod">
          <ac:chgData name="Jennifer Ratten" userId="4c86cfa0-86f2-482d-aeff-cd2f2f6b17cd" providerId="ADAL" clId="{B0F38A2C-E619-4E38-9A4C-033FC9AD55E6}" dt="2026-09-26T17:44:55.006" v="234" actId="14100"/>
          <ac:grpSpMkLst>
            <pc:docMk/>
            <pc:sldMk cId="2971303323" sldId="256"/>
            <ac:grpSpMk id="49" creationId="{40A7A6BD-ED4E-7196-753C-9FC7C98B5999}"/>
          </ac:grpSpMkLst>
        </pc:grpChg>
        <pc:grpChg chg="del">
          <ac:chgData name="Jennifer Ratten" userId="4c86cfa0-86f2-482d-aeff-cd2f2f6b17cd" providerId="ADAL" clId="{B0F38A2C-E619-4E38-9A4C-033FC9AD55E6}" dt="2026-10-08T06:53:44.759" v="256" actId="478"/>
          <ac:grpSpMkLst>
            <pc:docMk/>
            <pc:sldMk cId="2971303323" sldId="256"/>
            <ac:grpSpMk id="60" creationId="{54A66366-A787-00FA-E2E3-E36C8064D199}"/>
          </ac:grpSpMkLst>
        </pc:grpChg>
        <pc:picChg chg="mod">
          <ac:chgData name="Jennifer Ratten" userId="4c86cfa0-86f2-482d-aeff-cd2f2f6b17cd" providerId="ADAL" clId="{B0F38A2C-E619-4E38-9A4C-033FC9AD55E6}" dt="2026-09-26T17:39:17.901" v="167" actId="1076"/>
          <ac:picMkLst>
            <pc:docMk/>
            <pc:sldMk cId="2971303323" sldId="256"/>
            <ac:picMk id="16" creationId="{0ACBCDF3-98F0-F584-AAAB-A64AAAF04735}"/>
          </ac:picMkLst>
        </pc:picChg>
        <pc:picChg chg="mod">
          <ac:chgData name="Jennifer Ratten" userId="4c86cfa0-86f2-482d-aeff-cd2f2f6b17cd" providerId="ADAL" clId="{B0F38A2C-E619-4E38-9A4C-033FC9AD55E6}" dt="2026-09-26T17:39:39.885" v="172" actId="1076"/>
          <ac:picMkLst>
            <pc:docMk/>
            <pc:sldMk cId="2971303323" sldId="256"/>
            <ac:picMk id="25" creationId="{1BE84EB9-0639-C310-7B23-A651CADBA100}"/>
          </ac:picMkLst>
        </pc:picChg>
        <pc:picChg chg="mod modCrop">
          <ac:chgData name="Jennifer Ratten" userId="4c86cfa0-86f2-482d-aeff-cd2f2f6b17cd" providerId="ADAL" clId="{B0F38A2C-E619-4E38-9A4C-033FC9AD55E6}" dt="2026-09-26T17:46:42.079" v="252" actId="208"/>
          <ac:picMkLst>
            <pc:docMk/>
            <pc:sldMk cId="2971303323" sldId="256"/>
            <ac:picMk id="48" creationId="{7A0D1713-916F-B8DB-30BD-F15C3B79A8FC}"/>
          </ac:picMkLst>
        </pc:picChg>
        <pc:picChg chg="mod">
          <ac:chgData name="Jennifer Ratten" userId="4c86cfa0-86f2-482d-aeff-cd2f2f6b17cd" providerId="ADAL" clId="{B0F38A2C-E619-4E38-9A4C-033FC9AD55E6}" dt="2026-09-26T17:38:36.598" v="137" actId="1076"/>
          <ac:picMkLst>
            <pc:docMk/>
            <pc:sldMk cId="2971303323" sldId="256"/>
            <ac:picMk id="53" creationId="{4227CC7D-1459-C2C7-3E5D-84F18B7D4BE5}"/>
          </ac:picMkLst>
        </pc:picChg>
        <pc:picChg chg="mod">
          <ac:chgData name="Jennifer Ratten" userId="4c86cfa0-86f2-482d-aeff-cd2f2f6b17cd" providerId="ADAL" clId="{B0F38A2C-E619-4E38-9A4C-033FC9AD55E6}" dt="2026-09-26T17:38:36.598" v="137" actId="1076"/>
          <ac:picMkLst>
            <pc:docMk/>
            <pc:sldMk cId="2971303323" sldId="256"/>
            <ac:picMk id="55" creationId="{69F30EDD-02C6-03D1-4618-EBDB10B322A8}"/>
          </ac:picMkLst>
        </pc:picChg>
        <pc:picChg chg="mod modCrop">
          <ac:chgData name="Jennifer Ratten" userId="4c86cfa0-86f2-482d-aeff-cd2f2f6b17cd" providerId="ADAL" clId="{B0F38A2C-E619-4E38-9A4C-033FC9AD55E6}" dt="2026-09-26T17:38:58.292" v="140" actId="732"/>
          <ac:picMkLst>
            <pc:docMk/>
            <pc:sldMk cId="2971303323" sldId="256"/>
            <ac:picMk id="57" creationId="{E4080B55-0DF1-4936-59D9-B9421A55EFD8}"/>
          </ac:picMkLst>
        </pc:picChg>
        <pc:picChg chg="mod">
          <ac:chgData name="Jennifer Ratten" userId="4c86cfa0-86f2-482d-aeff-cd2f2f6b17cd" providerId="ADAL" clId="{B0F38A2C-E619-4E38-9A4C-033FC9AD55E6}" dt="2026-09-26T17:39:07.829" v="165" actId="1076"/>
          <ac:picMkLst>
            <pc:docMk/>
            <pc:sldMk cId="2971303323" sldId="256"/>
            <ac:picMk id="59" creationId="{01DC0B93-9BCA-9444-82F2-26923532E769}"/>
          </ac:picMkLst>
        </pc:picChg>
        <pc:cxnChg chg="mod">
          <ac:chgData name="Jennifer Ratten" userId="4c86cfa0-86f2-482d-aeff-cd2f2f6b17cd" providerId="ADAL" clId="{B0F38A2C-E619-4E38-9A4C-033FC9AD55E6}" dt="2026-09-26T17:42:06.433" v="203" actId="1076"/>
          <ac:cxnSpMkLst>
            <pc:docMk/>
            <pc:sldMk cId="2971303323" sldId="256"/>
            <ac:cxnSpMk id="66" creationId="{33132E13-B803-E5C5-96A7-33EB0E2B9BB9}"/>
          </ac:cxnSpMkLst>
        </pc:cxnChg>
      </pc:sldChg>
      <pc:sldChg chg="delSp modSp del mod">
        <pc:chgData name="Jennifer Ratten" userId="4c86cfa0-86f2-482d-aeff-cd2f2f6b17cd" providerId="ADAL" clId="{B0F38A2C-E619-4E38-9A4C-033FC9AD55E6}" dt="2026-10-08T06:53:40.918" v="255" actId="47"/>
        <pc:sldMkLst>
          <pc:docMk/>
          <pc:sldMk cId="2706257136" sldId="214748364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523770"/>
            <a:ext cx="3771900" cy="1114213"/>
          </a:xfrm>
        </p:spPr>
        <p:txBody>
          <a:bodyPr anchor="b"/>
          <a:lstStyle>
            <a:lvl1pPr algn="ctr"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680951"/>
            <a:ext cx="3771900" cy="772689"/>
          </a:xfrm>
        </p:spPr>
        <p:txBody>
          <a:bodyPr/>
          <a:lstStyle>
            <a:lvl1pPr marL="0" indent="0" algn="ctr">
              <a:buNone/>
              <a:defRPr sz="990"/>
            </a:lvl1pPr>
            <a:lvl2pPr marL="188595" indent="0" algn="ctr">
              <a:buNone/>
              <a:defRPr sz="825"/>
            </a:lvl2pPr>
            <a:lvl3pPr marL="377190" indent="0" algn="ctr">
              <a:buNone/>
              <a:defRPr sz="743"/>
            </a:lvl3pPr>
            <a:lvl4pPr marL="565785" indent="0" algn="ctr">
              <a:buNone/>
              <a:defRPr sz="660"/>
            </a:lvl4pPr>
            <a:lvl5pPr marL="754380" indent="0" algn="ctr">
              <a:buNone/>
              <a:defRPr sz="660"/>
            </a:lvl5pPr>
            <a:lvl6pPr marL="942975" indent="0" algn="ctr">
              <a:buNone/>
              <a:defRPr sz="660"/>
            </a:lvl6pPr>
            <a:lvl7pPr marL="1131570" indent="0" algn="ctr">
              <a:buNone/>
              <a:defRPr sz="660"/>
            </a:lvl7pPr>
            <a:lvl8pPr marL="1320165" indent="0" algn="ctr">
              <a:buNone/>
              <a:defRPr sz="660"/>
            </a:lvl8pPr>
            <a:lvl9pPr marL="1508760" indent="0" algn="ctr">
              <a:buNone/>
              <a:defRPr sz="6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1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2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797878"/>
            <a:ext cx="4337685" cy="1331277"/>
          </a:xfrm>
        </p:spPr>
        <p:txBody>
          <a:bodyPr anchor="b"/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2141750"/>
            <a:ext cx="4337685" cy="700087"/>
          </a:xfrm>
        </p:spPr>
        <p:txBody>
          <a:bodyPr/>
          <a:lstStyle>
            <a:lvl1pPr marL="0" indent="0">
              <a:buNone/>
              <a:defRPr sz="990">
                <a:solidFill>
                  <a:schemeClr val="tx1">
                    <a:tint val="82000"/>
                  </a:schemeClr>
                </a:solidFill>
              </a:defRPr>
            </a:lvl1pPr>
            <a:lvl2pPr marL="188595" indent="0">
              <a:buNone/>
              <a:defRPr sz="825">
                <a:solidFill>
                  <a:schemeClr val="tx1">
                    <a:tint val="82000"/>
                  </a:schemeClr>
                </a:solidFill>
              </a:defRPr>
            </a:lvl2pPr>
            <a:lvl3pPr marL="377190" indent="0">
              <a:buNone/>
              <a:defRPr sz="743">
                <a:solidFill>
                  <a:schemeClr val="tx1">
                    <a:tint val="82000"/>
                  </a:schemeClr>
                </a:solidFill>
              </a:defRPr>
            </a:lvl3pPr>
            <a:lvl4pPr marL="565785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4pPr>
            <a:lvl5pPr marL="754380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5pPr>
            <a:lvl6pPr marL="942975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6pPr>
            <a:lvl7pPr marL="1131570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7pPr>
            <a:lvl8pPr marL="1320165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8pPr>
            <a:lvl9pPr marL="1508760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8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851959"/>
            <a:ext cx="21374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851959"/>
            <a:ext cx="213741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6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70392"/>
            <a:ext cx="433768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784543"/>
            <a:ext cx="2127587" cy="384492"/>
          </a:xfrm>
        </p:spPr>
        <p:txBody>
          <a:bodyPr anchor="b"/>
          <a:lstStyle>
            <a:lvl1pPr marL="0" indent="0">
              <a:buNone/>
              <a:defRPr sz="990" b="1"/>
            </a:lvl1pPr>
            <a:lvl2pPr marL="188595" indent="0">
              <a:buNone/>
              <a:defRPr sz="825" b="1"/>
            </a:lvl2pPr>
            <a:lvl3pPr marL="377190" indent="0">
              <a:buNone/>
              <a:defRPr sz="743" b="1"/>
            </a:lvl3pPr>
            <a:lvl4pPr marL="565785" indent="0">
              <a:buNone/>
              <a:defRPr sz="660" b="1"/>
            </a:lvl4pPr>
            <a:lvl5pPr marL="754380" indent="0">
              <a:buNone/>
              <a:defRPr sz="660" b="1"/>
            </a:lvl5pPr>
            <a:lvl6pPr marL="942975" indent="0">
              <a:buNone/>
              <a:defRPr sz="660" b="1"/>
            </a:lvl6pPr>
            <a:lvl7pPr marL="1131570" indent="0">
              <a:buNone/>
              <a:defRPr sz="660" b="1"/>
            </a:lvl7pPr>
            <a:lvl8pPr marL="1320165" indent="0">
              <a:buNone/>
              <a:defRPr sz="660" b="1"/>
            </a:lvl8pPr>
            <a:lvl9pPr marL="1508760" indent="0">
              <a:buNone/>
              <a:defRPr sz="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169035"/>
            <a:ext cx="2127587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784543"/>
            <a:ext cx="2138065" cy="384492"/>
          </a:xfrm>
        </p:spPr>
        <p:txBody>
          <a:bodyPr anchor="b"/>
          <a:lstStyle>
            <a:lvl1pPr marL="0" indent="0">
              <a:buNone/>
              <a:defRPr sz="990" b="1"/>
            </a:lvl1pPr>
            <a:lvl2pPr marL="188595" indent="0">
              <a:buNone/>
              <a:defRPr sz="825" b="1"/>
            </a:lvl2pPr>
            <a:lvl3pPr marL="377190" indent="0">
              <a:buNone/>
              <a:defRPr sz="743" b="1"/>
            </a:lvl3pPr>
            <a:lvl4pPr marL="565785" indent="0">
              <a:buNone/>
              <a:defRPr sz="660" b="1"/>
            </a:lvl4pPr>
            <a:lvl5pPr marL="754380" indent="0">
              <a:buNone/>
              <a:defRPr sz="660" b="1"/>
            </a:lvl5pPr>
            <a:lvl6pPr marL="942975" indent="0">
              <a:buNone/>
              <a:defRPr sz="660" b="1"/>
            </a:lvl6pPr>
            <a:lvl7pPr marL="1131570" indent="0">
              <a:buNone/>
              <a:defRPr sz="660" b="1"/>
            </a:lvl7pPr>
            <a:lvl8pPr marL="1320165" indent="0">
              <a:buNone/>
              <a:defRPr sz="660" b="1"/>
            </a:lvl8pPr>
            <a:lvl9pPr marL="1508760" indent="0">
              <a:buNone/>
              <a:defRPr sz="6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169035"/>
            <a:ext cx="2138065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8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8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3360"/>
            <a:ext cx="1622048" cy="746760"/>
          </a:xfrm>
        </p:spPr>
        <p:txBody>
          <a:bodyPr anchor="b"/>
          <a:lstStyle>
            <a:lvl1pPr>
              <a:defRPr sz="1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460799"/>
            <a:ext cx="2546033" cy="2274358"/>
          </a:xfrm>
        </p:spPr>
        <p:txBody>
          <a:bodyPr/>
          <a:lstStyle>
            <a:lvl1pPr>
              <a:defRPr sz="1320"/>
            </a:lvl1pPr>
            <a:lvl2pPr>
              <a:defRPr sz="1155"/>
            </a:lvl2pPr>
            <a:lvl3pPr>
              <a:defRPr sz="990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60120"/>
            <a:ext cx="1622048" cy="1778741"/>
          </a:xfrm>
        </p:spPr>
        <p:txBody>
          <a:bodyPr/>
          <a:lstStyle>
            <a:lvl1pPr marL="0" indent="0">
              <a:buNone/>
              <a:defRPr sz="660"/>
            </a:lvl1pPr>
            <a:lvl2pPr marL="188595" indent="0">
              <a:buNone/>
              <a:defRPr sz="578"/>
            </a:lvl2pPr>
            <a:lvl3pPr marL="377190" indent="0">
              <a:buNone/>
              <a:defRPr sz="495"/>
            </a:lvl3pPr>
            <a:lvl4pPr marL="565785" indent="0">
              <a:buNone/>
              <a:defRPr sz="413"/>
            </a:lvl4pPr>
            <a:lvl5pPr marL="754380" indent="0">
              <a:buNone/>
              <a:defRPr sz="413"/>
            </a:lvl5pPr>
            <a:lvl6pPr marL="942975" indent="0">
              <a:buNone/>
              <a:defRPr sz="413"/>
            </a:lvl6pPr>
            <a:lvl7pPr marL="1131570" indent="0">
              <a:buNone/>
              <a:defRPr sz="413"/>
            </a:lvl7pPr>
            <a:lvl8pPr marL="1320165" indent="0">
              <a:buNone/>
              <a:defRPr sz="413"/>
            </a:lvl8pPr>
            <a:lvl9pPr marL="1508760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19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3360"/>
            <a:ext cx="1622048" cy="746760"/>
          </a:xfrm>
        </p:spPr>
        <p:txBody>
          <a:bodyPr anchor="b"/>
          <a:lstStyle>
            <a:lvl1pPr>
              <a:defRPr sz="1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460799"/>
            <a:ext cx="2546033" cy="2274358"/>
          </a:xfrm>
        </p:spPr>
        <p:txBody>
          <a:bodyPr anchor="t"/>
          <a:lstStyle>
            <a:lvl1pPr marL="0" indent="0">
              <a:buNone/>
              <a:defRPr sz="1320"/>
            </a:lvl1pPr>
            <a:lvl2pPr marL="188595" indent="0">
              <a:buNone/>
              <a:defRPr sz="1155"/>
            </a:lvl2pPr>
            <a:lvl3pPr marL="377190" indent="0">
              <a:buNone/>
              <a:defRPr sz="990"/>
            </a:lvl3pPr>
            <a:lvl4pPr marL="565785" indent="0">
              <a:buNone/>
              <a:defRPr sz="825"/>
            </a:lvl4pPr>
            <a:lvl5pPr marL="754380" indent="0">
              <a:buNone/>
              <a:defRPr sz="825"/>
            </a:lvl5pPr>
            <a:lvl6pPr marL="942975" indent="0">
              <a:buNone/>
              <a:defRPr sz="825"/>
            </a:lvl6pPr>
            <a:lvl7pPr marL="1131570" indent="0">
              <a:buNone/>
              <a:defRPr sz="825"/>
            </a:lvl7pPr>
            <a:lvl8pPr marL="1320165" indent="0">
              <a:buNone/>
              <a:defRPr sz="825"/>
            </a:lvl8pPr>
            <a:lvl9pPr marL="1508760" indent="0">
              <a:buNone/>
              <a:defRPr sz="8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60120"/>
            <a:ext cx="1622048" cy="1778741"/>
          </a:xfrm>
        </p:spPr>
        <p:txBody>
          <a:bodyPr/>
          <a:lstStyle>
            <a:lvl1pPr marL="0" indent="0">
              <a:buNone/>
              <a:defRPr sz="660"/>
            </a:lvl1pPr>
            <a:lvl2pPr marL="188595" indent="0">
              <a:buNone/>
              <a:defRPr sz="578"/>
            </a:lvl2pPr>
            <a:lvl3pPr marL="377190" indent="0">
              <a:buNone/>
              <a:defRPr sz="495"/>
            </a:lvl3pPr>
            <a:lvl4pPr marL="565785" indent="0">
              <a:buNone/>
              <a:defRPr sz="413"/>
            </a:lvl4pPr>
            <a:lvl5pPr marL="754380" indent="0">
              <a:buNone/>
              <a:defRPr sz="413"/>
            </a:lvl5pPr>
            <a:lvl6pPr marL="942975" indent="0">
              <a:buNone/>
              <a:defRPr sz="413"/>
            </a:lvl6pPr>
            <a:lvl7pPr marL="1131570" indent="0">
              <a:buNone/>
              <a:defRPr sz="413"/>
            </a:lvl7pPr>
            <a:lvl8pPr marL="1320165" indent="0">
              <a:buNone/>
              <a:defRPr sz="413"/>
            </a:lvl8pPr>
            <a:lvl9pPr marL="1508760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7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0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70392"/>
            <a:ext cx="1084421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70392"/>
            <a:ext cx="3190399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30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52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70392"/>
            <a:ext cx="433768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851959"/>
            <a:ext cx="433768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966297"/>
            <a:ext cx="11315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FF123-0BC9-4B61-A748-4C265BBAC4B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966297"/>
            <a:ext cx="169735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966297"/>
            <a:ext cx="113157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1EDC6-84F9-4E59-8214-B9BA1F7AF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1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377190" rtl="0" eaLnBrk="1" latinLnBrk="0" hangingPunct="1">
        <a:lnSpc>
          <a:spcPct val="90000"/>
        </a:lnSpc>
        <a:spcBef>
          <a:spcPct val="0"/>
        </a:spcBef>
        <a:buNone/>
        <a:defRPr sz="1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298" indent="-94298" algn="l" defTabSz="37719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1pPr>
      <a:lvl2pPr marL="28289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2pPr>
      <a:lvl3pPr marL="47148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825" kern="1200">
          <a:solidFill>
            <a:schemeClr val="tx1"/>
          </a:solidFill>
          <a:latin typeface="+mn-lt"/>
          <a:ea typeface="+mn-ea"/>
          <a:cs typeface="+mn-cs"/>
        </a:defRPr>
      </a:lvl3pPr>
      <a:lvl4pPr marL="66008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84867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103727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22586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414463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603058" indent="-94298" algn="l" defTabSz="37719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1pPr>
      <a:lvl2pPr marL="18859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3pPr>
      <a:lvl4pPr marL="56578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4pPr>
      <a:lvl5pPr marL="75438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6pPr>
      <a:lvl7pPr marL="113157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7pPr>
      <a:lvl8pPr marL="1320165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8pPr>
      <a:lvl9pPr marL="1508760" algn="l" defTabSz="377190" rtl="0" eaLnBrk="1" latinLnBrk="0" hangingPunct="1">
        <a:defRPr sz="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F">
            <a:alpha val="74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056EF-5A7E-FF11-3772-C2B2467A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ACBCDF3-98F0-F584-AAAB-A64AAAF04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" t="1016" r="46140" b="34598"/>
          <a:stretch>
            <a:fillRect/>
          </a:stretch>
        </p:blipFill>
        <p:spPr>
          <a:xfrm>
            <a:off x="257917" y="185639"/>
            <a:ext cx="1449924" cy="7641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BE84EB9-0639-C310-7B23-A651CADBA1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1F2"/>
              </a:clrFrom>
              <a:clrTo>
                <a:srgbClr val="F4F1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4636" y="1139150"/>
            <a:ext cx="2559588" cy="660104"/>
          </a:xfrm>
          <a:prstGeom prst="rect">
            <a:avLst/>
          </a:prstGeom>
        </p:spPr>
      </p:pic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E208378A-7113-69CA-BE1B-40B785BC845E}"/>
              </a:ext>
            </a:extLst>
          </p:cNvPr>
          <p:cNvSpPr txBox="1">
            <a:spLocks/>
          </p:cNvSpPr>
          <p:nvPr/>
        </p:nvSpPr>
        <p:spPr>
          <a:xfrm>
            <a:off x="2552375" y="213586"/>
            <a:ext cx="2476825" cy="764197"/>
          </a:xfrm>
          <a:prstGeom prst="rect">
            <a:avLst/>
          </a:prstGeom>
        </p:spPr>
        <p:txBody>
          <a:bodyPr lIns="32004" tIns="16002" rIns="32004" bIns="16002" anchor="t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4000" b="1" kern="1200" dirty="0" smtClean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0B1C4A"/>
                </a:solidFill>
                <a:latin typeface="Aptos" panose="020B0004020202020204" pitchFamily="34" charset="0"/>
              </a:rPr>
              <a:t>Your participation helps fuel a community dedicated to sharing insights, solving challenges and driving impact together.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0A7A6BD-ED4E-7196-753C-9FC7C98B5999}"/>
              </a:ext>
            </a:extLst>
          </p:cNvPr>
          <p:cNvGrpSpPr/>
          <p:nvPr/>
        </p:nvGrpSpPr>
        <p:grpSpPr>
          <a:xfrm>
            <a:off x="3112937" y="1268233"/>
            <a:ext cx="1761626" cy="1273532"/>
            <a:chOff x="4753954" y="1652179"/>
            <a:chExt cx="5851393" cy="2059461"/>
          </a:xfrm>
        </p:grpSpPr>
        <p:sp>
          <p:nvSpPr>
            <p:cNvPr id="44" name="Text Placeholder 1">
              <a:extLst>
                <a:ext uri="{FF2B5EF4-FFF2-40B4-BE49-F238E27FC236}">
                  <a16:creationId xmlns:a16="http://schemas.microsoft.com/office/drawing/2014/main" id="{77F9F04C-3D92-0E3E-5C91-70420C6BB5E2}"/>
                </a:ext>
              </a:extLst>
            </p:cNvPr>
            <p:cNvSpPr txBox="1">
              <a:spLocks/>
            </p:cNvSpPr>
            <p:nvPr/>
          </p:nvSpPr>
          <p:spPr>
            <a:xfrm>
              <a:off x="4753954" y="1652179"/>
              <a:ext cx="5851393" cy="2059461"/>
            </a:xfrm>
            <a:prstGeom prst="roundRect">
              <a:avLst/>
            </a:prstGeom>
            <a:solidFill>
              <a:srgbClr val="001235"/>
            </a:solidFill>
            <a:ln>
              <a:solidFill>
                <a:srgbClr val="3EAD7E"/>
              </a:solidFill>
            </a:ln>
          </p:spPr>
          <p:txBody>
            <a:bodyPr lIns="32004" tIns="16002" rIns="32004" bIns="16002" anchor="b" anchorCtr="0"/>
            <a:lstStyle>
              <a:lvl1pPr marL="342900" marR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lang="en-US" sz="4000" b="1" kern="1200" dirty="0" smtClean="0">
                  <a:solidFill>
                    <a:srgbClr val="0B3D9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5563" indent="0">
                <a:spcBef>
                  <a:spcPts val="0"/>
                </a:spcBef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We hope you love the enclosed swag and continue to engage, learn, and grow with us on this exciting journey.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A0D1713-916F-B8DB-30BD-F15C3B79A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28267" y="1700004"/>
              <a:ext cx="1057188" cy="683214"/>
            </a:xfrm>
            <a:prstGeom prst="rect">
              <a:avLst/>
            </a:prstGeom>
          </p:spPr>
        </p:pic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F57A070D-E568-28B5-515C-6CB643364E51}"/>
              </a:ext>
            </a:extLst>
          </p:cNvPr>
          <p:cNvSpPr/>
          <p:nvPr/>
        </p:nvSpPr>
        <p:spPr>
          <a:xfrm>
            <a:off x="1000" y="2993013"/>
            <a:ext cx="4267200" cy="203458"/>
          </a:xfrm>
          <a:prstGeom prst="rect">
            <a:avLst/>
          </a:prstGeom>
          <a:solidFill>
            <a:srgbClr val="0219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73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227CC7D-1459-C2C7-3E5D-84F18B7D4B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>
            <a:off x="1000" y="2580846"/>
            <a:ext cx="1862269" cy="45818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9F30EDD-02C6-03D1-4618-EBDB10B322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92"/>
          <a:stretch>
            <a:fillRect/>
          </a:stretch>
        </p:blipFill>
        <p:spPr>
          <a:xfrm flipH="1">
            <a:off x="1863270" y="2580846"/>
            <a:ext cx="1862269" cy="45818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4080B55-0DF1-4936-59D9-B9421A55EF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092" r="29994"/>
          <a:stretch>
            <a:fillRect/>
          </a:stretch>
        </p:blipFill>
        <p:spPr>
          <a:xfrm>
            <a:off x="3725538" y="2580846"/>
            <a:ext cx="1303662" cy="458187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FC4FBA46-ECBA-66F6-74EB-5FC902C81E0C}"/>
              </a:ext>
            </a:extLst>
          </p:cNvPr>
          <p:cNvSpPr/>
          <p:nvPr/>
        </p:nvSpPr>
        <p:spPr>
          <a:xfrm>
            <a:off x="0" y="2950003"/>
            <a:ext cx="5029200" cy="250397"/>
          </a:xfrm>
          <a:prstGeom prst="rect">
            <a:avLst/>
          </a:prstGeom>
          <a:solidFill>
            <a:srgbClr val="0219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73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1DC0B93-9BCA-9444-82F2-26923532E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4" t="93360" r="17466" b="29"/>
          <a:stretch>
            <a:fillRect/>
          </a:stretch>
        </p:blipFill>
        <p:spPr>
          <a:xfrm>
            <a:off x="624096" y="2989084"/>
            <a:ext cx="3916680" cy="153358"/>
          </a:xfrm>
          <a:prstGeom prst="rect">
            <a:avLst/>
          </a:prstGeom>
        </p:spPr>
      </p:pic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31576EC3-B54D-277C-BAB8-CDF250FAE3E6}"/>
              </a:ext>
            </a:extLst>
          </p:cNvPr>
          <p:cNvSpPr txBox="1">
            <a:spLocks/>
          </p:cNvSpPr>
          <p:nvPr/>
        </p:nvSpPr>
        <p:spPr>
          <a:xfrm>
            <a:off x="535325" y="1834406"/>
            <a:ext cx="890864" cy="369157"/>
          </a:xfrm>
          <a:prstGeom prst="rect">
            <a:avLst/>
          </a:prstGeom>
        </p:spPr>
        <p:txBody>
          <a:bodyPr lIns="32004" tIns="16002" rIns="32004" bIns="16002" anchor="t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4000" b="1" kern="1200" dirty="0" smtClean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rgbClr val="001235"/>
                </a:solidFill>
                <a:latin typeface="Rastanty Cortez" panose="02000506000000020003" pitchFamily="2" charset="0"/>
              </a:rPr>
              <a:t>Jenn</a:t>
            </a:r>
          </a:p>
          <a:p>
            <a:pPr marL="0" indent="0">
              <a:spcBef>
                <a:spcPts val="0"/>
              </a:spcBef>
            </a:pPr>
            <a:r>
              <a:rPr lang="en-US" sz="840" spc="53" dirty="0">
                <a:solidFill>
                  <a:srgbClr val="001235"/>
                </a:solidFill>
                <a:latin typeface="Aptos" panose="020B0004020202020204" pitchFamily="34" charset="0"/>
              </a:rPr>
              <a:t>Co-Lead</a:t>
            </a: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E17D85DC-D1D6-5C17-621D-65CB2F514A04}"/>
              </a:ext>
            </a:extLst>
          </p:cNvPr>
          <p:cNvSpPr txBox="1">
            <a:spLocks/>
          </p:cNvSpPr>
          <p:nvPr/>
        </p:nvSpPr>
        <p:spPr>
          <a:xfrm>
            <a:off x="1485808" y="1838335"/>
            <a:ext cx="779942" cy="369157"/>
          </a:xfrm>
          <a:prstGeom prst="rect">
            <a:avLst/>
          </a:prstGeom>
        </p:spPr>
        <p:txBody>
          <a:bodyPr lIns="32004" tIns="16002" rIns="32004" bIns="16002" anchor="t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4000" b="1" kern="1200" dirty="0" smtClean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rgbClr val="001235"/>
                </a:solidFill>
                <a:latin typeface="Rastanty Cortez" panose="02000506000000020003" pitchFamily="2" charset="0"/>
              </a:rPr>
              <a:t>Dean</a:t>
            </a:r>
          </a:p>
          <a:p>
            <a:pPr marL="0" indent="0">
              <a:spcBef>
                <a:spcPts val="0"/>
              </a:spcBef>
            </a:pPr>
            <a:r>
              <a:rPr lang="en-US" sz="840" spc="53" dirty="0">
                <a:solidFill>
                  <a:srgbClr val="001235"/>
                </a:solidFill>
                <a:latin typeface="Aptos" panose="020B0004020202020204" pitchFamily="34" charset="0"/>
              </a:rPr>
              <a:t>Co-Lead</a:t>
            </a:r>
          </a:p>
        </p:txBody>
      </p:sp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50B0ABCA-42B0-40CC-703D-5CC4480A6F97}"/>
              </a:ext>
            </a:extLst>
          </p:cNvPr>
          <p:cNvSpPr txBox="1">
            <a:spLocks/>
          </p:cNvSpPr>
          <p:nvPr/>
        </p:nvSpPr>
        <p:spPr>
          <a:xfrm>
            <a:off x="902550" y="1681064"/>
            <a:ext cx="1030354" cy="178340"/>
          </a:xfrm>
          <a:prstGeom prst="rect">
            <a:avLst/>
          </a:prstGeom>
        </p:spPr>
        <p:txBody>
          <a:bodyPr lIns="32004" tIns="16002" rIns="32004" bIns="16002" anchor="t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4000" b="1" kern="1200" dirty="0" smtClean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2200" spc="35" dirty="0">
                <a:solidFill>
                  <a:srgbClr val="3EAD7E"/>
                </a:solidFill>
                <a:latin typeface="Rastanty Cortez" panose="02000506000000020003" pitchFamily="2" charset="0"/>
              </a:rPr>
              <a:t>Gratefully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3132E13-B803-E5C5-96A7-33EB0E2B9BB9}"/>
              </a:ext>
            </a:extLst>
          </p:cNvPr>
          <p:cNvCxnSpPr>
            <a:cxnSpLocks/>
          </p:cNvCxnSpPr>
          <p:nvPr/>
        </p:nvCxnSpPr>
        <p:spPr>
          <a:xfrm>
            <a:off x="1360602" y="2051197"/>
            <a:ext cx="0" cy="416052"/>
          </a:xfrm>
          <a:prstGeom prst="line">
            <a:avLst/>
          </a:prstGeom>
          <a:ln w="12700">
            <a:solidFill>
              <a:srgbClr val="D68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5768066-3C15-10FB-9370-D3CF1C4832E4}"/>
              </a:ext>
            </a:extLst>
          </p:cNvPr>
          <p:cNvSpPr txBox="1">
            <a:spLocks/>
          </p:cNvSpPr>
          <p:nvPr/>
        </p:nvSpPr>
        <p:spPr>
          <a:xfrm>
            <a:off x="3543906" y="1346940"/>
            <a:ext cx="1315419" cy="376291"/>
          </a:xfrm>
          <a:prstGeom prst="roundRect">
            <a:avLst/>
          </a:prstGeom>
          <a:noFill/>
          <a:ln>
            <a:noFill/>
          </a:ln>
        </p:spPr>
        <p:txBody>
          <a:bodyPr lIns="32004" tIns="16002" rIns="32004" bIns="16002" anchor="t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4000" b="1" kern="1200" dirty="0" smtClean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1100" dirty="0">
                <a:solidFill>
                  <a:srgbClr val="3EAD7E"/>
                </a:solidFill>
                <a:latin typeface="Aptos" panose="020B0004020202020204" pitchFamily="34" charset="0"/>
              </a:rPr>
              <a:t>ENJOY YOUR FABRIC SWAG!</a:t>
            </a:r>
          </a:p>
        </p:txBody>
      </p:sp>
    </p:spTree>
    <p:extLst>
      <p:ext uri="{BB962C8B-B14F-4D97-AF65-F5344CB8AC3E}">
        <p14:creationId xmlns:p14="http://schemas.microsoft.com/office/powerpoint/2010/main" val="2971303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e887d50-8227-451a-aa82-01efe35babb5}" enabled="1" method="Standard" siteId="{e6f978e1-75d4-4db0-904e-5b79fb77857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51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Rastanty Cortez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Ratten</dc:creator>
  <cp:lastModifiedBy>Jennifer Ratten</cp:lastModifiedBy>
  <cp:revision>1</cp:revision>
  <dcterms:created xsi:type="dcterms:W3CDTF">2026-09-26T17:02:44Z</dcterms:created>
  <dcterms:modified xsi:type="dcterms:W3CDTF">2026-10-08T06:53:49Z</dcterms:modified>
</cp:coreProperties>
</file>